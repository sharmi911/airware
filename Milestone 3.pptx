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Bricolage Grotesque Extra Bold" panose="020B0604020202020204" charset="0"/>
      <p:regular r:id="rId11"/>
    </p:embeddedFont>
    <p:embeddedFont>
      <p:font typeface="Montserrat" panose="00000500000000000000" pitchFamily="2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1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4961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138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Milestone Update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93790" y="265890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50% Project Completion Achieved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41662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Project: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Air Quality Monitoring Dashboard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0346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Platform: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Infosys Springboard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65273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by: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Sharmika Gangadharan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487" y="518160"/>
            <a:ext cx="11196399" cy="588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Milestone 2 Overview: From Static to Interactive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59487" y="1578054"/>
            <a:ext cx="235553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Progress Snapshot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59487" y="2060734"/>
            <a:ext cx="6425922" cy="60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</a:t>
            </a:r>
            <a:r>
              <a:rPr lang="en-US" sz="1450" dirty="0">
                <a:solidFill>
                  <a:srgbClr val="000000"/>
                </a:solidFill>
                <a:highlight>
                  <a:srgbClr val="EEAEF6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50% completion</a:t>
            </a: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the project transformed from static mockups into a fully interactive, feature-rich dashboard.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9487" y="2833211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milestone focused on three critical areas: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9487" y="3304223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functionality and user interactions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9487" y="3671530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data visualization systems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9487" y="4038838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Comprehensive API architecture planning</a:t>
            </a:r>
            <a:endParaRPr lang="en-US" sz="14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611" y="1601629"/>
            <a:ext cx="6425922" cy="64259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4736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Home Dashboard Development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05088"/>
            <a:ext cx="3664744" cy="2819519"/>
          </a:xfrm>
          <a:prstGeom prst="roundRect">
            <a:avLst>
              <a:gd name="adj" fmla="val 3379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37484" y="2862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Visual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37484" y="3352800"/>
            <a:ext cx="315015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a clean, intuitive layout that presents AQI data in digestible, organized sections with clear information hierarchy.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605088"/>
            <a:ext cx="3664863" cy="2819519"/>
          </a:xfrm>
          <a:prstGeom prst="roundRect">
            <a:avLst>
              <a:gd name="adj" fmla="val 3379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9042" y="2862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User Experience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9042" y="3352800"/>
            <a:ext cx="315027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accessibility and navigation patterns, ensuring users can quickly find critical air quality information at a glance.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651421"/>
            <a:ext cx="7556421" cy="1730812"/>
          </a:xfrm>
          <a:prstGeom prst="roundRect">
            <a:avLst>
              <a:gd name="adj" fmla="val 5504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484" y="5908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 Organization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37484" y="6399133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AQI data cards strategically to balance information density with visual clarity and readability.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3054"/>
            <a:ext cx="95297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Multi-Timeframe AQI Visualization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35461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Hourly View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359950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AQI fluctuations throughout the day, enabling immediate pattern recognition.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735461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Daily View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359950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Day-over-day comparisons revealing short-term trends and weekly patterns.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924" y="2735461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Monthly View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359950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Long-term analysis showing seasonal variations and overall air quality trends.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593062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structured chart layouts enable comprehensive analysis and easy comparison across different time periods, helping users understand how air quality evolves.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5334"/>
            <a:ext cx="114092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Chart.js Integration: Bringing Data to Life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69425"/>
            <a:ext cx="4885015" cy="48850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828" y="2041088"/>
            <a:ext cx="41367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Dynamic Visualization Engine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39828" y="2622233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Successfully integrated 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Chart.js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transform raw AQI data into interactive, responsive visualizations.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39828" y="3552111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Responsive charts that adapt seamlessly across desktop, tablet, and mobile devices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39828" y="4357211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elements allowing users to explore data points in detail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39828" y="5162312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Smooth animations and transitions enhancing user engagement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39828" y="596741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Optimized rendering performance for real-time data updates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39828" y="6534388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437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Result: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Complex environmental data becomes immediately understandable through compelling visual storytelling.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49116"/>
            <a:ext cx="69358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Advanced Feature Pages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38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Analytics Page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28755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Deep-dive analysis tools for exploring AQI patterns, correlations, and historical trends with advanced filtering capabilities.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235893" y="3838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Heatmap Page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35893" y="4328755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Geographic pollution intensity visualization using color-coded maps to identify hotspots and regional variations instantly.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677995" y="3838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Compare Page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77995" y="4328755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Side-by-side comparison tools enabling users to analyze AQI differences across multiple locations and time periods.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3054"/>
            <a:ext cx="97951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AI Insights &amp; Backend Architecture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35461"/>
            <a:ext cx="6407944" cy="2940010"/>
          </a:xfrm>
          <a:prstGeom prst="roundRect">
            <a:avLst>
              <a:gd name="adj" fmla="val 3240"/>
            </a:avLst>
          </a:prstGeom>
          <a:solidFill>
            <a:srgbClr val="282D5E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9622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EAEF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149322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AI Insights UI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359950"/>
            <a:ext cx="59543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Designed intelligent interface components for displaying AI-generated predictions, health recommendations, and environmental insights.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735461"/>
            <a:ext cx="6408063" cy="2940010"/>
          </a:xfrm>
          <a:prstGeom prst="roundRect">
            <a:avLst>
              <a:gd name="adj" fmla="val 3240"/>
            </a:avLst>
          </a:prstGeom>
          <a:solidFill>
            <a:srgbClr val="282D5E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9622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4379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3149322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869531"/>
            <a:ext cx="30593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Backend API Planning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4359950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Architected comprehensive API structure for real-time data fetching, prediction services, and user interaction handling.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93790" y="593062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foundations ensure seamless integration between frontend visualizations and backend intelligence, preparing the system for advanced AI-powered features.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3338"/>
            <a:ext cx="89701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Achievements &amp; Next Steps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557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10790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685098"/>
            <a:ext cx="38763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Fully Interactive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175516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Transformed static designs into dynamic, user-responsive interfaces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1557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510790"/>
            <a:ext cx="6408063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685098"/>
            <a:ext cx="34387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Advanced Visualizations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175516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Implemented multi-timeframe charts with Chart.js integration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29815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653201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8275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Feature-Rich Pages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317927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Designed analytics, heatmap, and comparison capabilities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29815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653201"/>
            <a:ext cx="6408063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4827508"/>
            <a:ext cx="31652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AI &amp; API Infrastructure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317927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Planned intelligent insights and backend architecture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6582284"/>
            <a:ext cx="13042821" cy="35957"/>
          </a:xfrm>
          <a:prstGeom prst="rect">
            <a:avLst/>
          </a:prstGeom>
          <a:solidFill>
            <a:srgbClr val="E5DCE6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93790" y="687335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Phase: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Real-time data integration and AI implementation to bring the full vision to life.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</Words>
  <Application>Microsoft Office PowerPoint</Application>
  <PresentationFormat>Custom</PresentationFormat>
  <Paragraphs>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Bricolage Grotesque Light</vt:lpstr>
      <vt:lpstr>Montserrat</vt:lpstr>
      <vt:lpstr>Arial</vt:lpstr>
      <vt:lpstr>Bricolage Grotesque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GANGA</dc:creator>
  <cp:lastModifiedBy>GANGA</cp:lastModifiedBy>
  <cp:revision>1</cp:revision>
  <dcterms:created xsi:type="dcterms:W3CDTF">2026-01-02T16:24:24Z</dcterms:created>
  <dcterms:modified xsi:type="dcterms:W3CDTF">2026-01-02T16:30:47Z</dcterms:modified>
</cp:coreProperties>
</file>